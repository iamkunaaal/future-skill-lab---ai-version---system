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14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280160" cy="128016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155680" y="-182880"/>
            <a:ext cx="1097280" cy="1097280"/>
          </a:xfrm>
          <a:prstGeom prst="ellipse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" y="5943600"/>
            <a:ext cx="914400" cy="91440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38560" y="5852160"/>
            <a:ext cx="822960" cy="822960"/>
          </a:xfrm>
          <a:prstGeom prst="ellipse">
            <a:avLst/>
          </a:prstGeom>
          <a:solidFill>
            <a:srgbClr val="9C27B0">
              <a:alpha val="7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0" y="-228600"/>
            <a:ext cx="548640" cy="548640"/>
          </a:xfrm>
          <a:prstGeom prst="ellipse">
            <a:avLst/>
          </a:prstGeom>
          <a:solidFill>
            <a:srgbClr val="FFD700">
              <a:alpha val="9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228600"/>
            <a:ext cx="11521440" cy="64008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</a:rPr>
              <a:t>Title : </a:t>
            </a:r>
            <a:r>
              <a:rPr lang="en-US" sz="2800" b="1" dirty="0">
                <a:solidFill>
                  <a:srgbClr val="222222"/>
                </a:solidFill>
              </a:rPr>
              <a:t>[PROJECT TITLE]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932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Grade [X]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07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Work Form  :  [DOMAIN / WORK FORM]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7432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38160" y="274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BIG QUESTION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539496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720840" y="2880360"/>
            <a:ext cx="274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92240" y="1078992"/>
            <a:ext cx="521208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[From Weekly Focus+ Project Descriptor – connect to world]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[Connect to relevance]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[Connect to concept]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3291840"/>
            <a:ext cx="4846320" cy="173736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317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9480" y="4983480"/>
            <a:ext cx="274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040880" y="3364992"/>
            <a:ext cx="466344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[Connect to Job]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[Connect to interest]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1645920"/>
            <a:ext cx="4114800" cy="2926080"/>
          </a:xfrm>
          <a:prstGeom prst="round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371600" y="16459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</a:rPr>
              <a:t>[PROJECT GRAPHIC / ICON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</a:rPr>
              <a:t>replace with relevant image]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389120"/>
            <a:ext cx="2194560" cy="2194560"/>
          </a:xfrm>
          <a:prstGeom prst="ellipse">
            <a:avLst/>
          </a:prstGeom>
          <a:solidFill>
            <a:srgbClr val="F5A623"/>
          </a:solidFill>
          <a:ln w="38100">
            <a:solidFill>
              <a:srgbClr val="C8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4389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#[N]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280160" cy="128016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155680" y="-182880"/>
            <a:ext cx="1097280" cy="1097280"/>
          </a:xfrm>
          <a:prstGeom prst="ellipse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" y="5943600"/>
            <a:ext cx="914400" cy="91440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38560" y="5852160"/>
            <a:ext cx="822960" cy="822960"/>
          </a:xfrm>
          <a:prstGeom prst="ellipse">
            <a:avLst/>
          </a:prstGeom>
          <a:solidFill>
            <a:srgbClr val="9C27B0">
              <a:alpha val="7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0" y="-228600"/>
            <a:ext cx="548640" cy="548640"/>
          </a:xfrm>
          <a:prstGeom prst="ellipse">
            <a:avLst/>
          </a:prstGeom>
          <a:solidFill>
            <a:srgbClr val="FFD700">
              <a:alpha val="9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82880"/>
            <a:ext cx="11521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22222"/>
                </a:solidFill>
              </a:rPr>
              <a:t>"[SCENARIO: Describe the real-world situation students must investigate — the company, the campaign, the controversy, and the context. 2–4 sentences – pulled from the weekly challenge in Project breakdown.]"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</a:rPr>
              <a:t>Task and Outputs : [From challenge breakdown – 3 tasks to get to final output]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47088" y="2450592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47088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9768" y="2788920"/>
            <a:ext cx="33467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[TASK 1: Pull from Weekly challenge project breakdown]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96128" y="2450592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96128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69080" y="274320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78808" y="2788920"/>
            <a:ext cx="33467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[TASK 2: Pull from Weekly challenge project breakdown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45168" y="2450592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345168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18120" y="274320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7927848" y="2788920"/>
            <a:ext cx="33467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[TASK 3:Pull from Weekly challenge project breakdown]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F5A623"/>
          </a:solidFill>
          <a:ln w="25400">
            <a:solidFill>
              <a:srgbClr val="C8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46177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UP!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17320" y="45720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41732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20240" y="4572000"/>
            <a:ext cx="9921240" cy="1261872"/>
          </a:xfrm>
          <a:prstGeom prst="roundRect">
            <a:avLst>
              <a:gd name="adj" fmla="val 8696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57400" y="4617720"/>
            <a:ext cx="9601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[LEVEL UP TASK 4: Additional task over task 3 for team that have completed the 3 mandatory task – HOTS, Challenging and additional exploration and not compulsory]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280160" cy="128016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155680" y="-182880"/>
            <a:ext cx="1097280" cy="1097280"/>
          </a:xfrm>
          <a:prstGeom prst="ellipse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" y="5943600"/>
            <a:ext cx="914400" cy="91440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38560" y="5852160"/>
            <a:ext cx="822960" cy="822960"/>
          </a:xfrm>
          <a:prstGeom prst="ellipse">
            <a:avLst/>
          </a:prstGeom>
          <a:solidFill>
            <a:srgbClr val="9C27B0">
              <a:alpha val="7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0" y="-228600"/>
            <a:ext cx="548640" cy="548640"/>
          </a:xfrm>
          <a:prstGeom prst="ellipse">
            <a:avLst/>
          </a:prstGeom>
          <a:solidFill>
            <a:srgbClr val="FFD700">
              <a:alpha val="9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28600"/>
            <a:ext cx="992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9B8E"/>
                </a:solidFill>
              </a:rPr>
              <a:t>Guidelines [Additional Guidelines and prompts to complete the tasks in the challenge]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749808"/>
            <a:ext cx="11430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[GUIDELINE 1: What to look for / analyse in the scenario — e.g. persuasive techniques, ethical concerns]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[GUIDELINE 2: A specific analytical lens — e.g. think from the perspective of different stakeholders]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[GUIDELINE 3: A question or framework to apply — e.g. What could the complaints/concerns be and why?]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[GUIDELINE 4: A broader impact question — e.g. What negative influences might this have?]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11430000" cy="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4040"/>
                </a:solidFill>
              </a:rPr>
              <a:t>Words of the Week : [Pick newer </a:t>
            </a:r>
            <a:r>
              <a:rPr lang="en-US" sz="2000" b="1" dirty="0" err="1">
                <a:solidFill>
                  <a:srgbClr val="D94040"/>
                </a:solidFill>
              </a:rPr>
              <a:t>vocabulaory</a:t>
            </a:r>
            <a:r>
              <a:rPr lang="en-US" sz="2000" b="1" dirty="0">
                <a:solidFill>
                  <a:srgbClr val="D94040"/>
                </a:solidFill>
              </a:rPr>
              <a:t> introduced in the sessions]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4015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*find out what they mean and note in your book by end of week [N]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194560" cy="777240"/>
          </a:xfrm>
          <a:prstGeom prst="roundRect">
            <a:avLst>
              <a:gd name="adj" fmla="val 47059"/>
            </a:avLst>
          </a:prstGeom>
          <a:solidFill>
            <a:srgbClr val="FFF9E6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[WORD 1]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45920" y="4480560"/>
            <a:ext cx="2560320" cy="777240"/>
          </a:xfrm>
          <a:prstGeom prst="roundRect">
            <a:avLst>
              <a:gd name="adj" fmla="val 47059"/>
            </a:avLst>
          </a:prstGeom>
          <a:solidFill>
            <a:srgbClr val="FFF9E6"/>
          </a:solidFill>
          <a:ln w="25400">
            <a:solidFill>
              <a:srgbClr val="1A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737360" y="4480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9B8E"/>
                </a:solidFill>
              </a:rPr>
              <a:t>[WORD 2]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2377440" cy="777240"/>
          </a:xfrm>
          <a:prstGeom prst="roundRect">
            <a:avLst>
              <a:gd name="adj" fmla="val 47059"/>
            </a:avLst>
          </a:prstGeom>
          <a:solidFill>
            <a:srgbClr val="FFF9E6"/>
          </a:solidFill>
          <a:ln w="25400">
            <a:solidFill>
              <a:srgbClr val="D94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4040"/>
                </a:solidFill>
              </a:rPr>
              <a:t>[WORD 3]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9077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</a:rPr>
              <a:t>Think About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3456432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[THINK ABOUT 1 — Personal Connection: Reflect on a real experience with the topic]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[THINK ABOUT 2 — Identity &amp; Influence: How does this topic affect how you see yourself or others?]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[THINK ABOUT 3 — Future &amp; Career: If you could innovate in this space, what would you tackle and what skills would you need?]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235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280160" cy="128016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155680" y="-182880"/>
            <a:ext cx="1097280" cy="1097280"/>
          </a:xfrm>
          <a:prstGeom prst="ellipse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" y="5943600"/>
            <a:ext cx="914400" cy="91440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38560" y="5852160"/>
            <a:ext cx="822960" cy="822960"/>
          </a:xfrm>
          <a:prstGeom prst="ellipse">
            <a:avLst/>
          </a:prstGeom>
          <a:solidFill>
            <a:srgbClr val="9C27B0">
              <a:alpha val="7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0" y="-228600"/>
            <a:ext cx="548640" cy="548640"/>
          </a:xfrm>
          <a:prstGeom prst="ellipse">
            <a:avLst/>
          </a:prstGeom>
          <a:solidFill>
            <a:srgbClr val="FFD700">
              <a:alpha val="9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8288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256032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2560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I wonder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6858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[I WONDER QUESTION: A provocative, open-ended ethical or systemic question that students cannot easily Google — something that sparks genuine wonder and debate about the topic]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457200"/>
            <a:ext cx="5440680" cy="1828800"/>
          </a:xfrm>
          <a:prstGeom prst="roundRect">
            <a:avLst>
              <a:gd name="adj" fmla="val 7500"/>
            </a:avLst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502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Find out more!  *portfolio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91440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[PORTFOLIO TASK: A real-world observation or investigation students do OUTSIDE class this week — e.g. notice ads, visit a place, talk to someone, document findings]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246888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1E8C"/>
                </a:solidFill>
              </a:rPr>
              <a:t>How was your week?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30358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7777"/>
                </a:solidFill>
              </a:rPr>
              <a:t>*fill in portfolio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0680" y="3401568"/>
            <a:ext cx="10896600" cy="3154680"/>
          </a:xfrm>
          <a:prstGeom prst="roundRect">
            <a:avLst>
              <a:gd name="adj" fmla="val 347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Teamwork – SHARE THE CHIPS!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5349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/>
              <a:t>Discuss and take decisions as a team </a:t>
            </a:r>
            <a:endParaRPr lang="en-US" sz="1200" dirty="0"/>
          </a:p>
          <a:p>
            <a:r>
              <a:rPr lang="en-US" sz="1200" b="1" dirty="0"/>
              <a:t>Listen to everyone and give others chance to speak</a:t>
            </a:r>
            <a:endParaRPr lang="en-US" sz="1200" dirty="0"/>
          </a:p>
          <a:p>
            <a:r>
              <a:rPr lang="en-US" sz="1200" b="1" dirty="0"/>
              <a:t>Speak up confidently and share what you think clearly</a:t>
            </a:r>
            <a:endParaRPr lang="en-US" sz="1200" dirty="0"/>
          </a:p>
          <a:p>
            <a:r>
              <a:rPr lang="en-US" sz="1200" b="1" dirty="0"/>
              <a:t>If you disagree, share your opinion politely and clearly. </a:t>
            </a:r>
            <a:endParaRPr lang="en-US" sz="1200" dirty="0"/>
          </a:p>
          <a:p>
            <a:r>
              <a:rPr lang="en-US" sz="1200" b="1" dirty="0"/>
              <a:t>Connect examples around you with the session</a:t>
            </a:r>
            <a:endParaRPr lang="en-US" sz="1200" dirty="0"/>
          </a:p>
          <a:p>
            <a:r>
              <a:rPr lang="en-US" sz="1200" b="1" dirty="0"/>
              <a:t>There are no mistakes or learning opportunities, USE IT!</a:t>
            </a:r>
            <a:endParaRPr lang="en-US" sz="1200" dirty="0"/>
          </a:p>
          <a:p>
            <a:r>
              <a:rPr lang="en-US" sz="1200" b="1" dirty="0"/>
              <a:t>Set personal goals for yourself and find out what interests you!</a:t>
            </a:r>
          </a:p>
          <a:p>
            <a:endParaRPr lang="en-US" sz="1200" b="1" dirty="0"/>
          </a:p>
          <a:p>
            <a:r>
              <a:rPr lang="en-US" sz="1200" b="1" dirty="0"/>
              <a:t>[prompts of better collaboration, communication and team work and personal goals focused on human and soft skills]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589</Words>
  <Application>Microsoft Office PowerPoint</Application>
  <PresentationFormat>Widescreen</PresentationFormat>
  <Paragraphs>65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2</cp:revision>
  <dcterms:created xsi:type="dcterms:W3CDTF">2026-04-27T08:55:24Z</dcterms:created>
  <dcterms:modified xsi:type="dcterms:W3CDTF">2026-04-29T10:05:43Z</dcterms:modified>
</cp:coreProperties>
</file>